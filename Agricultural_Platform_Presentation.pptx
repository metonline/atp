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INTELLIGENCE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EXPERT ECOSYSTEM PLATFORM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Equal Missions • Expert Revenue Sharing • Cloud-Based GIS • Free Satellite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Consortium + VC Funded | $3.5M Seed | $12.4M Year 2 Revenue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Four co-equal missions: Expert Data + Knowledge Dissemination + AI Helpdesk + Equipment/B2B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Global agronomists contribute knowledge &amp; earn 30% of subscription revenue ($540K Year 2)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helpdesk: 24/7 multilingual support, satellite-powered, expert-validated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Sentinel satellite data + open-source GIS = $6M/year cost advantage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Viral adoption: Free knowledge → helpdesk → services → production data → better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Financial: $12.4M revenue, $3.9M EBITDA (31% margin), profitability Month 18-20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EQUAL MISSIONS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00400"/>
          </a:xfrm>
          <a:prstGeom prst="roundRect">
            <a:avLst/>
          </a:prstGeom>
          <a:solidFill>
            <a:srgbClr val="1E4620"/>
          </a:solidFill>
          <a:ln w="12700">
            <a:solidFill>
              <a:srgbClr val="1E4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crop 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research,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agronomists, farmer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feedback. Continuous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outcomes.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651760" cy="3200400"/>
          </a:xfrm>
          <a:prstGeom prst="roundRect">
            <a:avLst/>
          </a:prstGeom>
          <a:solidFill>
            <a:srgbClr val="5A9D6E"/>
          </a:solidFill>
          <a:ln w="12700">
            <a:solidFill>
              <a:srgbClr val="5A9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Dissemination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286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webinars,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forums, guides,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workshops, educational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series. Vendor-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growth driver.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651760" cy="32004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Helpdesk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Support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2286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Q&amp;A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SMS/WhatsApp/app.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Expert-validated.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Satellite-powered.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farmers.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98280" y="1188720"/>
            <a:ext cx="2651760" cy="32004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B2B Services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0" y="2286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equipment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commission.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contracts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1-3% commission.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production data.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mission feeds the others: Better data → Better dissemination → Better helpdesk → Better adoption → More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ECOSYSTEM: REVENUE SHARING MODEL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2926080"/>
          </a:xfrm>
          <a:prstGeom prst="roundRect">
            <a:avLst/>
          </a:prstGeom>
          <a:solidFill>
            <a:srgbClr val="1E4620"/>
          </a:solidFill>
          <a:ln w="12700">
            <a:solidFill>
              <a:srgbClr val="1E4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$216K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data, models,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560320" cy="2926080"/>
          </a:xfrm>
          <a:prstGeom prst="roundRect">
            <a:avLst/>
          </a:prstGeom>
          <a:solidFill>
            <a:srgbClr val="5A9D6E"/>
          </a:solidFill>
          <a:ln w="12700">
            <a:solidFill>
              <a:srgbClr val="5A9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Webinars, guides,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series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292608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$108K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helpdesk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69680" y="1188720"/>
            <a:ext cx="2560320" cy="292608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96112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guidance,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$540K/Year from 30% of Premium Subscriptions Shared Among 50+ Global Agronomists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HELPDESK WORKFLOW: HOW IT WORKS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1371600"/>
          </a:xfrm>
          <a:prstGeom prst="ellipse">
            <a:avLst/>
          </a:prstGeom>
          <a:solidFill>
            <a:srgbClr val="1E462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Asks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94560" y="1874520"/>
            <a:ext cx="82296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60320" y="1188720"/>
            <a:ext cx="1371600" cy="1371600"/>
          </a:xfrm>
          <a:prstGeom prst="ellipse">
            <a:avLst/>
          </a:prstGeom>
          <a:solidFill>
            <a:srgbClr val="5A9D6E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Satellite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1874520"/>
            <a:ext cx="82296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89120" y="1188720"/>
            <a:ext cx="1371600" cy="1371600"/>
          </a:xfrm>
          <a:prstGeom prst="ellipse">
            <a:avLst/>
          </a:prstGeom>
          <a:solidFill>
            <a:srgbClr val="1E462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874520"/>
            <a:ext cx="82296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188720"/>
            <a:ext cx="1371600" cy="1371600"/>
          </a:xfrm>
          <a:prstGeom prst="ellipse">
            <a:avLst/>
          </a:prstGeom>
          <a:solidFill>
            <a:srgbClr val="5A9D6E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1874520"/>
            <a:ext cx="82296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46720" y="1188720"/>
            <a:ext cx="1371600" cy="1371600"/>
          </a:xfrm>
          <a:prstGeom prst="ellipse">
            <a:avLst/>
          </a:prstGeom>
          <a:solidFill>
            <a:srgbClr val="1E462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09760" y="1874520"/>
            <a:ext cx="82296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75520" y="1188720"/>
            <a:ext cx="1371600" cy="1371600"/>
          </a:xfrm>
          <a:prstGeom prst="ellipse">
            <a:avLst/>
          </a:prstGeom>
          <a:solidFill>
            <a:srgbClr val="5A9D6E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15087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27432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field looks yellow. What is wrong?"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pulls field satellite image (5-day latest) → calculates NDVI + moisture metrics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7033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Expert agronomist validates diagnosis: "Nitrogen deficiency likely"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Platform: "Apply X kg urea/hectare. Cost $Y. Recovery in 7 days. [Link to Corteva pricing]"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Farmer implements → harvest data feeds back → AI learns → improves forecast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ADOPTION FLYWHEEL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949440" y="2743200"/>
            <a:ext cx="1463040" cy="914400"/>
          </a:xfrm>
          <a:prstGeom prst="ellipse">
            <a:avLst/>
          </a:prstGeom>
          <a:solidFill>
            <a:srgbClr val="1E4620"/>
          </a:solidFill>
          <a:ln w="25400">
            <a:solidFill>
              <a:srgbClr val="1E4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95160" y="281635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004908" y="4170268"/>
            <a:ext cx="91440" cy="9144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303520" y="4389120"/>
            <a:ext cx="1463040" cy="914400"/>
          </a:xfrm>
          <a:prstGeom prst="ellipse">
            <a:avLst/>
          </a:prstGeom>
          <a:solidFill>
            <a:srgbClr val="5A9D6E"/>
          </a:solidFill>
          <a:ln w="25400">
            <a:solidFill>
              <a:srgbClr val="5A9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9240" y="446227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65172" y="4170268"/>
            <a:ext cx="91440" cy="9144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2743200"/>
            <a:ext cx="1463040" cy="91440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81635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6-12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65172" y="2230532"/>
            <a:ext cx="91440" cy="9144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3520" y="1097280"/>
            <a:ext cx="1463040" cy="914400"/>
          </a:xfrm>
          <a:prstGeom prst="ellipse">
            <a:avLst/>
          </a:prstGeom>
          <a:solidFill>
            <a:srgbClr val="E67E22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17043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971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2560320" cy="457200"/>
          </a:xfrm>
          <a:prstGeom prst="rect">
            <a:avLst/>
          </a:prstGeom>
          <a:solidFill>
            <a:srgbClr val="1E4620">
              <a:alpha val="20000"/>
            </a:srgbClr>
          </a:solidFill>
          <a:ln w="12700">
            <a:solidFill>
              <a:srgbClr val="1E46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webinar → helpdesk → satellite view of field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5166360"/>
            <a:ext cx="2560320" cy="457200"/>
          </a:xfrm>
          <a:prstGeom prst="rect">
            <a:avLst/>
          </a:prstGeom>
          <a:solidFill>
            <a:srgbClr val="5A9D6E">
              <a:alpha val="20000"/>
            </a:srgbClr>
          </a:solidFill>
          <a:ln w="12700">
            <a:solidFill>
              <a:srgbClr val="5A9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answers with neighbors → peer referrals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5166360"/>
            <a:ext cx="2560320" cy="457200"/>
          </a:xfrm>
          <a:prstGeom prst="rect">
            <a:avLst/>
          </a:prstGeom>
          <a:solidFill>
            <a:srgbClr val="3498DB">
              <a:alpha val="2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Rents equipment → B2B sales → premium subscribe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0" y="5166360"/>
            <a:ext cx="2560320" cy="457200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5212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farmers → more data → better AI → viral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PIPELINE: FREE SENTINEL DATA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103120" cy="2560320"/>
          </a:xfrm>
          <a:prstGeom prst="roundRect">
            <a:avLst/>
          </a:prstGeom>
          <a:solidFill>
            <a:srgbClr val="1E4620"/>
          </a:solidFill>
          <a:ln w="12700">
            <a:solidFill>
              <a:srgbClr val="1E4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Sentinel-1/2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refresh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2468880"/>
            <a:ext cx="27432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188720"/>
            <a:ext cx="2103120" cy="2560320"/>
          </a:xfrm>
          <a:prstGeom prst="roundRect">
            <a:avLst/>
          </a:prstGeom>
          <a:solidFill>
            <a:srgbClr val="5A9D6E"/>
          </a:solidFill>
          <a:ln w="12700">
            <a:solidFill>
              <a:srgbClr val="5A9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718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23774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NDVI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index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468880"/>
            <a:ext cx="27432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188720"/>
            <a:ext cx="2103120" cy="25603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1208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23774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2468880"/>
            <a:ext cx="27432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1188720"/>
            <a:ext cx="2103120" cy="256032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5236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2360" y="23774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stress: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Disease, drought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2468880"/>
            <a:ext cx="27432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01200" y="1188720"/>
            <a:ext cx="2103120" cy="2560320"/>
          </a:xfrm>
          <a:prstGeom prst="round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69264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23774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846320"/>
            <a:ext cx="11277295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ADVANTAGE: Proprietary Satellite = $500-1000/field/year | Sentinel (Free) = $0/field/year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SAVINGS: 8,000 farmers × $750 average = $6M/year cost avoided vs. competitors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INFRASTRUCTURE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383280" cy="3474720"/>
          </a:xfrm>
          <a:prstGeom prst="roundRect">
            <a:avLst/>
          </a:prstGeom>
          <a:solidFill>
            <a:srgbClr val="1E4620"/>
          </a:solidFill>
          <a:ln w="12700">
            <a:solidFill>
              <a:srgbClr val="1E4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Kubernetes on GCP/AWS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Auto-scaling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Microservices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Kafka streams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188720"/>
            <a:ext cx="3383280" cy="3474720"/>
          </a:xfrm>
          <a:prstGeom prst="roundRect">
            <a:avLst/>
          </a:prstGeom>
          <a:solidFill>
            <a:srgbClr val="5A9D6E"/>
          </a:solidFill>
          <a:ln w="12700">
            <a:solidFill>
              <a:srgbClr val="5A9D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MAPPING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QGIS (analysis)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PostGIS (spatial DB)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Leaflet/Mapbox (UI)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GDAL/OGR (formats)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1188720"/>
            <a:ext cx="3383280" cy="34747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0100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+ NoSQL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0100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models (yield, disease)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Time-series DB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0100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Expert validation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OPEX: $1.0M/year (highly scalable; ~$50 incremental cost per new farmer)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3035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$400K | GIS/Satellite: $250K | APIs: $200K | Security: $150K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MODEL: $12.4M YEAR 2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148840" cy="2743200"/>
          </a:xfrm>
          <a:prstGeom prst="roundRect">
            <a:avLst/>
          </a:prstGeom>
          <a:solidFill>
            <a:srgbClr val="1E4620"/>
          </a:solidFill>
          <a:ln w="12700">
            <a:solidFill>
              <a:srgbClr val="1E4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(2%)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total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097280"/>
            <a:ext cx="2148840" cy="2743200"/>
          </a:xfrm>
          <a:prstGeom prst="roundRect">
            <a:avLst/>
          </a:prstGeom>
          <a:solidFill>
            <a:srgbClr val="5A9D6E"/>
          </a:solidFill>
          <a:ln w="12700">
            <a:solidFill>
              <a:srgbClr val="5A9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280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🚜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3464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(10%)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of total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2148840" cy="27432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280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2064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of total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097280"/>
            <a:ext cx="2148840" cy="27432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280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0664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of total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0" y="1097280"/>
            <a:ext cx="2148840" cy="2743200"/>
          </a:xfrm>
          <a:prstGeom prst="round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1280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92640" y="17373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92640" y="2468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92640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total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11277295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$12.4M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20040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4754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$3.9M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94360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4754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22960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4754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18-20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SCOPE: WHAT EACH STAKEHOLDER GETS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5029200"/>
          </a:xfrm>
          <a:prstGeom prst="roundRect">
            <a:avLst/>
          </a:prstGeom>
          <a:solidFill>
            <a:srgbClr val="1E4620"/>
          </a:solidFill>
          <a:ln w="12700">
            <a:solidFill>
              <a:srgbClr val="1E4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AI helpdesk (SMS/WhatsApp)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Satellite field analysis &amp; maps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knowledge (webinars, guides)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Equipment rental marketplace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B2B sales channel for harvest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Premium tools (yield prediction)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097280"/>
            <a:ext cx="3383280" cy="5029200"/>
          </a:xfrm>
          <a:prstGeom prst="roundRect">
            <a:avLst/>
          </a:prstGeom>
          <a:solidFill>
            <a:srgbClr val="5A9D6E"/>
          </a:solidFill>
          <a:ln w="12700">
            <a:solidFill>
              <a:srgbClr val="5A9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29768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Revenue from data contribution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2697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Content creation compensation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4340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Validation fees (escalations)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43400" y="3520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Advisory equity + revenue share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4340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50+ experts earning $8K-200K+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340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Global platform reach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1097280"/>
            <a:ext cx="3383280" cy="50292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95528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0100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Sponsored helpdesk features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1000" y="2697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Educational content series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0100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Access to 8,000+ farmers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01000" y="3520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Platform advertising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01000" y="3931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B2B integration channel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0100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Brand building &amp; loyalty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MOAT: FIVE-LAYER DEFENSIBILITY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57200" cy="731520"/>
          </a:xfrm>
          <a:prstGeom prst="roundRect">
            <a:avLst/>
          </a:prstGeom>
          <a:solidFill>
            <a:srgbClr val="1E4620"/>
          </a:solidFill>
          <a:ln w="12700">
            <a:solidFill>
              <a:srgbClr val="1E4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96862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to build from universities, research, agronomists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457200" cy="731520"/>
          </a:xfrm>
          <a:prstGeom prst="roundRect">
            <a:avLst/>
          </a:prstGeom>
          <a:solidFill>
            <a:srgbClr val="5A9D6E"/>
          </a:solidFill>
          <a:ln w="12700">
            <a:solidFill>
              <a:srgbClr val="5A9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NETWORK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423160"/>
            <a:ext cx="96862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agronomists earning revenue, validating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457200" cy="7315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96862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Sentinel data + proprietary GIS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457200" cy="73152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HELPDESK MOAT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251960"/>
            <a:ext cx="96862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expert data, expert-validated, infinitely scalable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457200" cy="731520"/>
          </a:xfrm>
          <a:prstGeom prst="round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166360"/>
            <a:ext cx="96862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 continuously improves AI (compounding)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FINANCIAL TARGETS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97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677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on 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280160"/>
            <a:ext cx="2697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11880" y="1783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2677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agronomists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697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2677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questions answered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1280160"/>
            <a:ext cx="2697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1417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72600" y="1783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72600" y="226771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field maps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2697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4,200+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1879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contracts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200400"/>
            <a:ext cx="2697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11880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$12.4M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11880" y="41879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200400"/>
            <a:ext cx="2697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92240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92240" y="41879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89720" y="3200400"/>
            <a:ext cx="26974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7260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372600" y="3703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M18-20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372600" y="41879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ALLOCATION: $3.5M SEED ROUND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0" cy="1097280"/>
          </a:xfrm>
          <a:prstGeom prst="roundRect">
            <a:avLst/>
          </a:prstGeom>
          <a:solidFill>
            <a:srgbClr val="1E462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234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$3.5M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Turkish Bank Consortium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VC Funding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1645920"/>
            <a:ext cx="13716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+ GIS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06640" y="2560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06640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Ecosystem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Agronomic Team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4023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389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4389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+ B2B Platforms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4754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120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Partnerships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5120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5120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SEED TO SERIES 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40280" cy="4114800"/>
          </a:xfrm>
          <a:prstGeom prst="roundRect">
            <a:avLst/>
          </a:prstGeom>
          <a:solidFill>
            <a:srgbClr val="1E4620"/>
          </a:solidFill>
          <a:ln w="12700">
            <a:solidFill>
              <a:srgbClr val="1E4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M0-3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Expert libraries (5 crops)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Helpdesk MVP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infrastructure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1188720"/>
            <a:ext cx="2240280" cy="4114800"/>
          </a:xfrm>
          <a:prstGeom prst="roundRect">
            <a:avLst/>
          </a:prstGeom>
          <a:solidFill>
            <a:srgbClr val="5A9D6E"/>
          </a:solidFill>
          <a:ln w="12700">
            <a:solidFill>
              <a:srgbClr val="5A9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1828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release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2971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Turkey market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500+ farmers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74920" y="320040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1188720"/>
            <a:ext cx="2240280" cy="411480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M6-12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1828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5780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4,000+ farmers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2971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to 3 countries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 growth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320040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52360" y="1188720"/>
            <a:ext cx="2240280" cy="41148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M12-18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1828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8952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Break-even path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2971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Expert ecosystem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moat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38360" y="3200400"/>
            <a:ext cx="228600" cy="0"/>
          </a:xfrm>
          <a:prstGeom prst="line">
            <a:avLst/>
          </a:prstGeom>
          <a:noFill/>
          <a:ln w="3810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784080" y="1188720"/>
            <a:ext cx="2240280" cy="4114800"/>
          </a:xfrm>
          <a:prstGeom prst="round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13716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M18-24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75520" y="1828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2124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$12.4M revenue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921240" y="29718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$3.9M EBITDA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2124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$800M+ valuation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AGRICULTURAL INTELLIGENCE PLATFORM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Expert Collaboration + Satellite Data + AI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Four equal missions create network effects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Expert ecosystem ($540K/year) funds platform growth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Sentinel satellite data = $6M/year cost advantage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helpdesk trained on expert knowledge, validated by experts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Viral adoption: free knowledge → services → data → better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$12.4M Year 2 revenue, $3.9M EBITDA, profitability Month 18-20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5669280"/>
            <a:ext cx="8534095" cy="7315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57607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BANK CONSORTIUM + VC PARTNERSHIP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2026-08-03T16:33:14Z</dcterms:created>
  <dcterms:modified xsi:type="dcterms:W3CDTF">2026-08-03T16:33:14Z</dcterms:modified>
</cp:coreProperties>
</file>
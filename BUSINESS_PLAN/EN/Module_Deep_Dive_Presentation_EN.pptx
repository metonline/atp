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Modules - Detailed Analysis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6 Core Modules + Expert Marketplace Ecosystem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 - Full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1645920"/>
            <a:ext cx="1828800" cy="731520"/>
          </a:xfrm>
          <a:prstGeom prst="roundRect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64592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FMIS.Agro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(Planning)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64592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(Monitoring)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274320"/>
            <a:ext cx="1645920" cy="91440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11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FMIS.Livestock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(Veterinary)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74320"/>
            <a:ext cx="1645920" cy="914400"/>
          </a:xfrm>
          <a:prstGeom prst="roundRect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11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FMIS.Equipment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(P2P Rental)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164592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Helpdesk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(Advisory)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164592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Access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(B2B/B2C)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C41A"/>
                </a:solidFill>
              </a:rPr>
              <a:t>💾 Data Sources: Satellite | IoT | Laboratory Tests | Blockchain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Production Planning ERP System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 - 6-Layer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70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Demand Planning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170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Yield forecasting, market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05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105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Master Schedule (MPS)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8105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90-day weekly timeline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50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Material Requirements (MRP)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Seed, fertilizer, pesticide timing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90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Capacity Planning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30906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Labor &amp; equipment allocation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30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Cost Accounting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7307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Budget tracking, unit costs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70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Daily Companion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4370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Discipline enforcement &amp; blockchain record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Companion - 24-Hour Discipline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🌅 Morning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Task Briefing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53619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Daily tasks listed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☀️ Midday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Progress Check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40487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Completion % tracked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🌙 Evening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Report &amp; Photos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27355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Photo + notes logged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🔐 Night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Blockchain Lock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14223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Immutable recorded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890FF"/>
                </a:solidFill>
              </a:rPr>
              <a:t>Psychology: Week 1-4: Conscious effort (70%) → Week 9-12: Intrinsic motivation (98%) + Wins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 - Expected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+20% Yield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 ton/ha → 48 ton/ha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-15%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Labor &amp; resource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96% Adherence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 compliance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+15-20% Income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1.1M → 1.3M TL/season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Foundation: Discipline + Timely Inputs = Guaranteed Output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FMIS.Monitor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Satellite + IoT Monitoring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FMIS.Monitor - 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🛰️ Satellite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NDVI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Plant health index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📡 IoT Sensors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Soil/Moisture/Temp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Real-time measurements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🦠 AI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Disease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72-hour early warning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⛅ Weather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Climate Forecast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Risk period prediction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Result: 90% Disease Prevention | Reduced Yield Loss | Agricultural Risk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FMIS.Livestock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Veterinary AI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FMIS.Livestock - Features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📱 Wearable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Animal health sensors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Activity tracking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Temperature monitoring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Feed optimization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Productivity measurement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🎯 AI Diagnostics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-30% Veterinary Costs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+15% Productivity Gain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Early Disease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Milk/Meat Quality 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Animal Welfare ↑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FMIS.Equipment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Machinery P2P Marketplace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FMIS.Equipment - P2P Rental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❌ TRADITIONAL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Tractor: 500K buy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20% usage/year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High fixed costs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Repair &amp; maintenance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Storage problem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97BC62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✅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Rental: Day 5K TL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Quality &amp; availability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Platform-guaranteed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Insurance included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+40% machine usage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Result: -20% Farmer Costs | +40% Machine Utilization | New Business Model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FMIS.AI-Helpdesk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24/7 Agricultural Advisory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FMIS.AI-Helpdesk - Structure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🤖 AI Chatbot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1000+ knowledge 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Basic Q&amp;A automation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24/7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2-min avg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80% questions resolved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👨‍💼 Expert Escalation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Complex issues to expert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2-hour max response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Vetted expert panel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99% farmer satisfaction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+15% issue resolution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Farmer Experience: 24-hour wait → 2-hour response | Agricultural Knowledge Democracy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FMIS.Market-Access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Marketing &amp; Traceability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- Food Company Direct Sourcing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BEFORE (Middleman Model)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Farmer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100 TL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1783080"/>
            <a:ext cx="2286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202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Wholesaler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+40%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63240" y="1783080"/>
            <a:ext cx="2286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Food Co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140 TL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</a:rPr>
              <a:t>AFTER (Platform Direct)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Farmer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110 TL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3063240"/>
            <a:ext cx="228600" cy="0"/>
          </a:xfrm>
          <a:prstGeom prst="line">
            <a:avLst/>
          </a:prstGeom>
          <a:noFill/>
          <a:ln w="25400">
            <a:solidFill>
              <a:srgbClr val="52C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202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Platform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3% comm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3063240"/>
            <a:ext cx="228600" cy="0"/>
          </a:xfrm>
          <a:prstGeom prst="line">
            <a:avLst/>
          </a:prstGeom>
          <a:noFill/>
          <a:ln w="25400">
            <a:solidFill>
              <a:srgbClr val="52C4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Food Co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110 TL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Farmer Gain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Food Co Cost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1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Quality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Traceability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C41A"/>
                </a:solidFill>
              </a:rPr>
              <a:t>Year 3 Target: 4.5M TL Platform Revenue (4 food companies, 2500+ tons/month)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- QR Traceability + Blockchain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554480" cy="109728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📱 QR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371600"/>
            <a:ext cx="1554480" cy="109728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Blockchain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1554480" cy="109728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👥 Consumer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371600"/>
            <a:ext cx="1554480" cy="1097280"/>
          </a:xfrm>
          <a:prstGeom prst="roundRect">
            <a:avLst/>
          </a:prstGeom>
          <a:solidFill>
            <a:srgbClr val="2C5F2D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💰 +20%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Consumer Journey: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Farm ID → Quality (Lab) → Sustainability (Satellite+AI) → Trust (Blockchain immutable)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📊 Marketing Model: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Commodity (70%): 25 TL/kg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1655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Premium (30%): 30 TL/kg (+20%)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67258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Farmer Impact: +6% Revenue/Season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Marketplace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300+ Agronomist Network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Marketplace - Platform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146304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300+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6400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188720"/>
            <a:ext cx="146304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645920"/>
            <a:ext cx="6400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1188720"/>
            <a:ext cx="1463040" cy="91440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Expert Reach Scaling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54203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50 farms → 500 farms (10x)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Expert Income 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318211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480K TL/year → 1.5M TL/year (3x)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221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Satisfaction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82219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Relationships only → 5-star rating + leaderboard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622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Year 3 Platform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446227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None → 2.2M TL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Integration - Hybrid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200400" cy="548640"/>
          </a:xfrm>
          <a:prstGeom prst="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Hyperledger Fabric (Private)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3,500 tx/sec | Daily operations | 1M TL/year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0" y="1463040"/>
            <a:ext cx="54864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3200400" cy="548640"/>
          </a:xfrm>
          <a:prstGeom prst="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Ethereum (Public)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Weekly batch anchor | Public immutability | 780K TL/year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💰 ROI Analysis: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Annual Cost: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1.78M TL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Fraud Prevention Value: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3493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 TL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Premium Pricing Growth: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37856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5-10M TL/year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ROI: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40782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28x (Pays back in accounting month)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Integration - Synergy Effects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No Module Operates in Isolation - Entire System Is Interconnected: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FMIS.Agro (Planning) → Daily Companion (Discipline) → Blockchain (Record)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FMIS.Monitor (Monitoring) → AI Helpdesk (Advice) → Expert Marketplace (Specialist)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FMIS.Equipment (Machinery) → Market Access (Productivity) → B2B/B2C (Sales)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FMIS.Livestock (Veterinary) → Quality Control (Standard) → Premium Pricing (Value)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Blockchain (Immutability) → Traceability (Transparency) → Consumer Trust (Premium)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Result: Integrated Platform = 1+1+1+1 &gt; 4 | Network Effects | Defensible Moat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Platform.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Complete Solution for Turkish Agriculture.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6 Modules | 300+ Experts | 9M Farmers | Infinite Potential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2026-08-05T08:01:23Z</dcterms:created>
  <dcterms:modified xsi:type="dcterms:W3CDTF">2026-08-05T08:01:23Z</dcterms:modified>
</cp:coreProperties>
</file>
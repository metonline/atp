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Modules - Detaylı İnceleme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6 Ana Modül + Expert Marketplace Ekosistemi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Mimarisi - Tam Entegrasyon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1645920"/>
            <a:ext cx="1828800" cy="731520"/>
          </a:xfrm>
          <a:prstGeom prst="roundRect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ÇIFTÇI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PORTALI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645920" cy="9144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FMIS.Agro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(Planlama)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645920" cy="914400"/>
          </a:xfrm>
          <a:prstGeom prst="round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FMIS.Monitor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(İzleme)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274320"/>
            <a:ext cx="1645920" cy="914400"/>
          </a:xfrm>
          <a:prstGeom prst="roundRect">
            <a:avLst/>
          </a:prstGeom>
          <a:solidFill>
            <a:srgbClr val="FA8C16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411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FMIS.Livestock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(Hayvancılık)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274320"/>
            <a:ext cx="1645920" cy="914400"/>
          </a:xfrm>
          <a:prstGeom prst="roundRect">
            <a:avLst/>
          </a:prstGeom>
          <a:solidFill>
            <a:srgbClr val="97BC6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411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FMIS.Equipment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(Makine P2P)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097280"/>
            <a:ext cx="1645920" cy="9144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234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Helpdesk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(Danışmanlık)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1645920" cy="914400"/>
          </a:xfrm>
          <a:prstGeom prst="round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Market Access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(Pazarlama)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C41A"/>
                </a:solidFill>
              </a:rPr>
              <a:t>💾 Veri Tabanı: Uydu | IoT | Laboratuvar | Blockchain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FMIS.Agro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Üretim Planlama ERP Sistemi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FMIS.Agro - 6 Katmanlı Mimari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1704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Talep Planlama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11704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Verim tahmini, pazar analizi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105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105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Master Üretim Planı (MPS)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8105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90 günlük haftalık zaman çizelgesi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50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Malzeme İhtiyaç Plan. (MRP)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24505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Tohum, gübre, pestisit zamanlaması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906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090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Kapasite Planlama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30906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İşçilik &amp; makine tahsisi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30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730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Maliyet Muhasebesi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7307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Bütçe takibi, birim maliyetler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708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4370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Daily Companion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4370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Disiplin uygulama &amp; blockchain kayıt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Companion - Disiplin Döngüsü (24 Saat)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🌅 Sabah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Görev Özeti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53619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Günlük yapılacaklar listesi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☀️ Öğlen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İlerleme Kontrolü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40487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Yapılan işlerin % takibi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🌙 Akşam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Rapor &amp; Foto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27355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Fotoğraf + not ile kayıt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🔐 Gece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886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813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Blockchain Kilitli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414223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İmmutable kaydedilir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890FF"/>
                </a:solidFill>
              </a:rPr>
              <a:t>Psikoloji: Hafta 1-4: Bilinçli çaba (70%) → Hafta 9-12: İçsel motivasyon (98%) + Başarı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FMIS.Agro - Beklenen Sonuçlar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+20% Verim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 ton/ha → 48 ton/ha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201168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-15% Maliyet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19456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İnsan ve kaynak optimizasyonu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201168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96% Uyum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Plana bağlılık oranı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2011680" cy="2560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52C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+15-20% Gelir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2194560"/>
            <a:ext cx="1828800" cy="109728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1.1M → 1.3M TL/sezon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Temel: Disiplin + Zamanında Girdiler = Garantili Sonuç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FMIS.Monitor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Uydu + IoT İzleme Sistemi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FMIS.Monitor - Nasıl Çalışır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🛰️ Uydu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NDVI Analizi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Bitki sağlığı indeksi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📡 IoT Sensörler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Toprak/Nem/Sıcaklık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Gerçek zamanlı ölçümler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🦠 AI Analiz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Hastalık Algılama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72 saat önceden uyarı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11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⛅ Hava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İklim Tahmini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Riskli dönem öngörüsü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Sonuç: 90% Hastalık Önleme | Verim Kaybı Azalması | Tarımsal Riskler Kontrolü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FMIS.Livestock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Veteriner AI Yönetimi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FMIS.Livestock - Özellikler &amp; Sonuçlar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📱 Wearable Teknoloji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Hayvan sağlık sensörleri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Aktivite takibi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Sıcaklık monitoring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Beslenme optimizasyonu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Verimlilik ölçümü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🎯 AI Diagnostik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-30% Veteriner Maliyeti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+15% Verimlilik Artışı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Hastalık Erken Teşhis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Süt/Et Kalitesi 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Hayvan Refahı ↑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FMIS.Equipment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Makine P2P Pazaryeri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FMIS.Equipment - P2P Kiralama Modeli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</a:rPr>
              <a:t>❌ GELENEKSEL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Tractor: 500K TL satın 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Yıl içinde 20% kullan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Yüksek sabit maliyet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Onarım &amp; bakım yükü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Depo sorunu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solidFill>
            <a:srgbClr val="97BC62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✅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Kiralı: Günde 5K TL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İhtiyaç + Eskilik kalite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Platform bakım garanti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Sigortası dahil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✓ +40% makine kullanım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Sonuç: -20% Çiftçi Maliyeti | +40% Makine Kullanım Oranı | Yeni İş Modeli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FMIS.AI-Helpdesk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24/7 Tarım Danışmanlığı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FMIS.AI-Helpdesk - Yapı &amp; Sonuçlar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🤖 AI Chatbot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1000+ bilgi tabanı makale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Temel Q&amp;A otomasyonu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24/7 erişim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2 dakika ortalama cevap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• 80% sorular çözüldü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👨‍💼 Expert Escalation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Karmaşık sorular uzman'a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2 saat max cevap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Seçilmiş uzman paneli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99% çiftçi memnun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• +15% sorun çözüm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890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Çiftçi Deneyimi: 24 saat bekleme → 2 saat cevap | Tarımsal Bilgi Demokrasisi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FMIS.Market-Access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Pazarlama &amp; Traceability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- Gıda Şirketi Direct Sourcing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</a:rPr>
              <a:t>BEFORE (Middleman Model)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Çiftçi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100 TL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91640" y="1783080"/>
            <a:ext cx="2286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20240" y="1463040"/>
            <a:ext cx="109728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Toptancı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+40%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63240" y="1783080"/>
            <a:ext cx="2286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1463040"/>
            <a:ext cx="109728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08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Gıda Şti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140 TL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</a:rPr>
              <a:t>AFTER (Platform Direct)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109728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Çiftçi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110 TL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3063240"/>
            <a:ext cx="228600" cy="0"/>
          </a:xfrm>
          <a:prstGeom prst="line">
            <a:avLst/>
          </a:prstGeom>
          <a:noFill/>
          <a:ln w="25400">
            <a:solidFill>
              <a:srgbClr val="52C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20240" y="2743200"/>
            <a:ext cx="109728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2788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Platform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3% kom.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63240" y="3063240"/>
            <a:ext cx="228600" cy="0"/>
          </a:xfrm>
          <a:prstGeom prst="line">
            <a:avLst/>
          </a:prstGeom>
          <a:noFill/>
          <a:ln w="25400">
            <a:solidFill>
              <a:srgbClr val="52C41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91840" y="2743200"/>
            <a:ext cx="109728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788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Gıda Şti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</a:rPr>
              <a:t>110 TL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Çiftçi Kazancı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365760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Gıda Şti Maliyeti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51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65760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Kalite Kontrol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365760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6454F"/>
                </a:solidFill>
              </a:rPr>
              <a:t>Traceability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2C41A"/>
                </a:solidFill>
              </a:rPr>
              <a:t>Year 3 Hedef: 4.5M TL Platform Geliri (4 gıda şirketi, 2500+ ton/ay)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B2C - QR Traceability + Blockchain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554480" cy="1097280"/>
          </a:xfrm>
          <a:prstGeom prst="roundRect">
            <a:avLst/>
          </a:prstGeom>
          <a:solidFill>
            <a:srgbClr val="FA8C16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📱 QR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Üründe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92024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371600"/>
            <a:ext cx="1554480" cy="1097280"/>
          </a:xfrm>
          <a:prstGeom prst="round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Blockchain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Doğrula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1554480" cy="109728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👥 Tüketici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Görüş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75120" y="1371600"/>
            <a:ext cx="1554480" cy="1097280"/>
          </a:xfrm>
          <a:prstGeom prst="roundRect">
            <a:avLst/>
          </a:prstGeom>
          <a:solidFill>
            <a:srgbClr val="2C5F2D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554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💰 +20%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Premium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Tüketici Yolculuğu: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Kimlik (Farm'ın adı) → Kalite (Lab test) → Sürdürülebilirlik (Uydu + AI) → Güven (Blockchain immutable)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📊 Pazarlama Modeli: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Commodity (70%): 25 TL/kg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41655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Premium (30%): 30 TL/kg (+20%)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672584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F2D"/>
                </a:solidFill>
              </a:rPr>
              <a:t>Çiftçi Impact: +6% Gelir/Sezon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Marketplace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300+ Uzman Agronomist Ağı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Marketplace - Platform Modeli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1463040" cy="9144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300+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Uzman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64008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1188720"/>
            <a:ext cx="1463040" cy="914400"/>
          </a:xfrm>
          <a:prstGeom prst="round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Çiftçi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645920"/>
            <a:ext cx="64008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1188720"/>
            <a:ext cx="1463040" cy="914400"/>
          </a:xfrm>
          <a:prstGeom prst="roundRect">
            <a:avLst/>
          </a:prstGeom>
          <a:solidFill>
            <a:srgbClr val="FA8C16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80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Komisyon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420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Expert Reach Scaling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54203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90FF"/>
                </a:solidFill>
              </a:rPr>
              <a:t>50 çiftçi → 500 çiftçi (10x)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Expert Gelir Artışı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318211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90FF"/>
                </a:solidFill>
              </a:rPr>
              <a:t>480K TL/yıl → 1.5M TL/yıl (3x)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221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Memnuniyet Sistemi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382219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90FF"/>
                </a:solidFill>
              </a:rPr>
              <a:t>İlişki = Ağızdan → 5-yıldız rating + leaderboard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622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</a:rPr>
              <a:t>Year 3 Platform Geliri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446227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90FF"/>
                </a:solidFill>
              </a:rPr>
              <a:t>Hiçbiri → 2.2M TL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Entegrasyonu - Hybrid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200400" cy="548640"/>
          </a:xfrm>
          <a:prstGeom prst="rect">
            <a:avLst/>
          </a:prstGeom>
          <a:solidFill>
            <a:srgbClr val="52C41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Hyperledger Fabric (Private)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3,500 tx/sec | Günlük operasyonlar | 1M TL/yıl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0" y="1463040"/>
            <a:ext cx="54864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1188720"/>
            <a:ext cx="3200400" cy="548640"/>
          </a:xfrm>
          <a:prstGeom prst="rect">
            <a:avLst/>
          </a:prstGeom>
          <a:solidFill>
            <a:srgbClr val="1890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Ethereum (Public)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Haftalık batch anchor | Public immutability | 780K TL/yıl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💰 ROI Analizi: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Yıllık Maliyet: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1.78M TL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93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Sahtekarlık Önleme Değeri: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34930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50M+ TL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Premium Pricing Artışı: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37856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5-10M TL/yıl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078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F2D"/>
                </a:solidFill>
              </a:rPr>
              <a:t>ROI: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08960" y="40782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C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28x (Muhasebe Ayında Ödeme)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Modül Entegrasyonu - Sinerji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</a:rPr>
              <a:t>Hiçbir Modül İzole Değildir - Tüm Sistem Birbiriyle Bağlantılı: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FMIS.Agro (Planlama) → Daily Companion (Disiplin) → Blockchain (Kayıt)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FMIS.Monitor (İzleme) → AI Helpdesk (Tavsiye) → Expert Marketplace (Uzman)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FMIS.Equipment (Makine) → Market Access (Verim) → B2B/B2C (Satış)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FMIS.Livestock (Veteriner) → Quality Control (Standart) → Premium Pricing (Fiyat)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F2D"/>
                </a:solidFill>
              </a:rPr>
              <a:t>🔗 Blockchain (İmmutability) → Traceability (Şeffaflık) → Consumer Trust (Güven)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Sonuç: Integrated Platform = 1+1+1+1 &gt; 4 | Network Effects | Defensible Moat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Platform.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Complete Solution for Turkish Agriculture.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6 Modules | 300+ Experts | 9M Farmers | Infinite Potential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2026-08-05T07:59:46Z</dcterms:created>
  <dcterms:modified xsi:type="dcterms:W3CDTF">2026-08-05T07:59:46Z</dcterms:modified>
</cp:coreProperties>
</file>